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2cb9d6981f4416" /><Relationship Type="http://schemas.openxmlformats.org/officeDocument/2006/relationships/extended-properties" Target="/docProps/app.xml" Id="R4384c6657d5743c1" /><Relationship Type="http://schemas.openxmlformats.org/officeDocument/2006/relationships/officeDocument" Target="/ppt/presentation.xml" Id="R022f3cbeb0914c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9009585f87474c"/>
  </p:sldMasterIdLst>
  <p:notesMasterIdLst>
    <p:notesMasterId xmlns:r="http://schemas.openxmlformats.org/officeDocument/2006/relationships" r:id="R73c07170c9c745b7"/>
  </p:notesMasterIdLst>
  <p:sldIdLst>
    <p:sldId xmlns:r="http://schemas.openxmlformats.org/officeDocument/2006/relationships" id="256" r:id="Rebd5f7236fe5437d"/>
  </p:sldIdLst>
  <p:sldSz cx="30279975" cy="2138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38990973143ec" /><Relationship Type="http://schemas.openxmlformats.org/officeDocument/2006/relationships/slideMaster" Target="/ppt/slideMasters/slideMaster1.xml" Id="R709009585f87474c" /><Relationship Type="http://schemas.openxmlformats.org/officeDocument/2006/relationships/notesMaster" Target="/ppt/notesMasters/notesMaster1.xml" Id="R73c07170c9c745b7" /><Relationship Type="http://schemas.openxmlformats.org/officeDocument/2006/relationships/presProps" Target="/ppt/presProps.xml" Id="R4df9ade8c6924eea" /><Relationship Type="http://schemas.openxmlformats.org/officeDocument/2006/relationships/tableStyles" Target="/ppt/tableStyles.xml" Id="Rf570e95ebe2f4d25" /><Relationship Type="http://schemas.openxmlformats.org/officeDocument/2006/relationships/slide" Target="/ppt/slides/slide1.xml" Id="Rebd5f7236fe543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908e0b4dfc4b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a6bc35bb7c4b26" /><Relationship Type="http://schemas.openxmlformats.org/officeDocument/2006/relationships/notesMaster" Target="/ppt/notesMasters/notesMaster1.xml" Id="R7cf19336e12545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</a:t>
            </a:r>
          </a:p>
          <a:p xmlns:a="http://schemas.openxmlformats.org/drawingml/2006/main">
            <a:r>
              <a:t>1. FPGA 工程和功能边界：hx1p35a_sc520cs_image_system/README.md 与 PC_IMAGE_TRANSFER.md。</a:t>
            </a:r>
          </a:p>
          <a:p xmlns:a="http://schemas.openxmlformats.org/drawingml/2006/main">
            <a:r>
              <a:t>2. 路由时序和资源：td_project_submission_pc_image_20261025/report_vision_ui_qor.txt。</a:t>
            </a:r>
          </a:p>
          <a:p xmlns:a="http://schemas.openxmlformats.org/drawingml/2006/main">
            <a:r>
              <a:t>3. PC 单图识别结果：submission_package_20261025/evidence/plate_result_police.json；对应图像为 evidence/plate_police/police.jpg。</a:t>
            </a:r>
          </a:p>
          <a:p xmlns:a="http://schemas.openxmlformats.org/drawingml/2006/main">
            <a:r>
              <a:t>4. 作品状态：当前为 PC 样例、单测与 FPGA 工具报告；目标板 HDMI、摄像头和 UART 图片回显尚未完成实物验收。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a7337e7c444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8ff291c1dd4e79" /><Relationship Type="http://schemas.openxmlformats.org/officeDocument/2006/relationships/slideLayout" Target="/ppt/slideLayouts/slideLayout1.xml" Id="R31fcb354dddd44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fcb354dddd44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15f4281ef4af8" /><Relationship Type="http://schemas.openxmlformats.org/officeDocument/2006/relationships/image" Target="/ppt/media/image.jpeg" Id="R9f0a8b05bea7496b" /><Relationship Type="http://schemas.openxmlformats.org/officeDocument/2006/relationships/notesSlide" Target="/ppt/notesSlides/notesSlide1.xml" Id="R86dd450478b844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ED0A375-F42D-4C58-87AE-A939C874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6B695D57-F4FA-4545-A78B-4E96102D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FB499F7A-0C3E-447B-BE80-481F14C1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2781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FPGA 与 PC 协同的视觉处理系统</a:t>
            </a:r>
          </a:p>
        </p:txBody>
      </p:sp>
      <p:sp>
        <p:nvSpPr>
          <p:cNvPr id="4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475757FD-C5F0-4047-B6E7-BB69835B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2781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0">
                <a:solidFill>
                  <a:srgbClr val="D6E4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0">
                <a:solidFill>
                  <a:srgbClr val="D6E4F3"/>
                </a:solidFill>
                <a:latin typeface="Microsoft YaHei"/>
                <a:ea typeface="Microsoft YaHei"/>
                <a:cs typeface="Microsoft YaHei"/>
              </a:rPr>
              <a:t>摄像头实时图像处理  ·  导入式车牌识别  ·  HDMI 结果显示</a:t>
            </a:r>
          </a:p>
        </p:txBody>
      </p:sp>
      <p:sp>
        <p:nvSpPr>
          <p:cNvPr id="5" name="platform-line">
            <a:extLst xmlns:a="http://schemas.openxmlformats.org/drawingml/2006/main">
              <a:ext uri="{FF2B5EF4-FFF2-40B4-BE49-F238E27FC236}">
                <a16:creationId xmlns:a16="http://schemas.microsoft.com/office/drawing/2014/main" id="{60223060-B139-4561-94FF-8B08560D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2781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B9CC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9CCDF"/>
                </a:solidFill>
                <a:latin typeface="Microsoft YaHei"/>
                <a:ea typeface="Microsoft YaHei"/>
                <a:cs typeface="Microsoft YaHei"/>
              </a:rPr>
              <a:t>目标平台：安路 PH1P35MDG324   |   MIPI CSI 输入   |   HDMI 输出</a:t>
            </a:r>
          </a:p>
        </p:txBody>
      </p:sp>
      <p:sp>
        <p:nvSpPr>
          <p:cNvPr id="6" name="section-fpga">
            <a:extLst xmlns:a="http://schemas.openxmlformats.org/drawingml/2006/main">
              <a:ext uri="{FF2B5EF4-FFF2-40B4-BE49-F238E27FC236}">
                <a16:creationId xmlns:a16="http://schemas.microsoft.com/office/drawing/2014/main" id="{18F370AB-7842-404F-BF17-3D5CF8E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01  实时摄像头处理｜FPGA</a:t>
            </a:r>
          </a:p>
        </p:txBody>
      </p:sp>
      <p:sp>
        <p:nvSpPr>
          <p:cNvPr id="7" name="fpga-rule">
            <a:extLst xmlns:a="http://schemas.openxmlformats.org/drawingml/2006/main">
              <a:ext uri="{FF2B5EF4-FFF2-40B4-BE49-F238E27FC236}">
                <a16:creationId xmlns:a16="http://schemas.microsoft.com/office/drawing/2014/main" id="{893273E7-ECE9-4488-A36C-EC18DEB7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409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pga-flow">
            <a:extLst xmlns:a="http://schemas.openxmlformats.org/drawingml/2006/main">
              <a:ext uri="{FF2B5EF4-FFF2-40B4-BE49-F238E27FC236}">
                <a16:creationId xmlns:a16="http://schemas.microsoft.com/office/drawing/2014/main" id="{51A4ABBE-705C-4635-BB9A-BD62FF76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95825"/>
            <a:ext cx="1400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550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rPr>
              <a:t>MIPI CSI 摄像头 → 解包 / 去马赛克 → 像素处理与统计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550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rPr>
              <a:t>OSD + DDR 缓存 → HDMI</a:t>
            </a:r>
          </a:p>
        </p:txBody>
      </p:sp>
      <p:sp>
        <p:nvSpPr>
          <p:cNvPr id="9" name="mode-label">
            <a:extLst xmlns:a="http://schemas.openxmlformats.org/drawingml/2006/main">
              <a:ext uri="{FF2B5EF4-FFF2-40B4-BE49-F238E27FC236}">
                <a16:creationId xmlns:a16="http://schemas.microsoft.com/office/drawing/2014/main" id="{C5D31E7F-F93C-44B6-94BA-0117F12D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10275"/>
            <a:ext cx="1400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75" b="1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rPr>
              <a:t>可切换图像模式</a:t>
            </a:r>
          </a:p>
        </p:txBody>
      </p:sp>
      <p:sp>
        <p:nvSpPr>
          <p:cNvPr id="10" name="mode-list">
            <a:extLst xmlns:a="http://schemas.openxmlformats.org/drawingml/2006/main">
              <a:ext uri="{FF2B5EF4-FFF2-40B4-BE49-F238E27FC236}">
                <a16:creationId xmlns:a16="http://schemas.microsoft.com/office/drawing/2014/main" id="{2E6EB3BC-37F8-47D6-BE94-30CFD0EF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486525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彩色   ·   二值化   ·   边缘检测   ·   灰度</a:t>
            </a:r>
          </a:p>
        </p:txBody>
      </p:sp>
      <p:sp>
        <p:nvSpPr>
          <p:cNvPr id="11" name="fpga-features">
            <a:extLst xmlns:a="http://schemas.openxmlformats.org/drawingml/2006/main">
              <a:ext uri="{FF2B5EF4-FFF2-40B4-BE49-F238E27FC236}">
                <a16:creationId xmlns:a16="http://schemas.microsoft.com/office/drawing/2014/main" id="{10925D68-E0C2-404B-83DF-78EA0B56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372350"/>
            <a:ext cx="14001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风格化与固定 ROI 区域填充；帧采样数字亮度 / 通道偏置校正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颜色目标候选框与坐标；帧差运动区域框；OSD 显示帧计数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K1 / K2 切换模式，开关控制风格化与区域填充</a:t>
            </a:r>
          </a:p>
        </p:txBody>
      </p:sp>
      <p:sp>
        <p:nvSpPr>
          <p:cNvPr id="12" name="section-pc">
            <a:extLst xmlns:a="http://schemas.openxmlformats.org/drawingml/2006/main">
              <a:ext uri="{FF2B5EF4-FFF2-40B4-BE49-F238E27FC236}">
                <a16:creationId xmlns:a16="http://schemas.microsoft.com/office/drawing/2014/main" id="{EE04A015-802F-49E7-8E8A-936B39C3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81075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02  导入车牌图像识别｜PC + FPGA</a:t>
            </a:r>
          </a:p>
        </p:txBody>
      </p:sp>
      <p:sp>
        <p:nvSpPr>
          <p:cNvPr id="13" name="pc-rule">
            <a:extLst xmlns:a="http://schemas.openxmlformats.org/drawingml/2006/main">
              <a:ext uri="{FF2B5EF4-FFF2-40B4-BE49-F238E27FC236}">
                <a16:creationId xmlns:a16="http://schemas.microsoft.com/office/drawing/2014/main" id="{05EFF012-0C2B-4C6E-9063-5DBC6913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591800"/>
            <a:ext cx="1409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c-description">
            <a:extLst xmlns:a="http://schemas.openxmlformats.org/drawingml/2006/main">
              <a:ext uri="{FF2B5EF4-FFF2-40B4-BE49-F238E27FC236}">
                <a16:creationId xmlns:a16="http://schemas.microsoft.com/office/drawing/2014/main" id="{8454AA75-F767-48FB-8DF2-DDC7D933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858500"/>
            <a:ext cx="14001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PC 导入单张图片，完成车牌定位、字符与颜色识别，并叠加边框、角点和号码。</a:t>
            </a:r>
          </a:p>
        </p:txBody>
      </p:sp>
      <p:sp>
        <p:nvSpPr>
          <p:cNvPr id="15" name="pc-flow">
            <a:extLst xmlns:a="http://schemas.openxmlformats.org/drawingml/2006/main">
              <a:ext uri="{FF2B5EF4-FFF2-40B4-BE49-F238E27FC236}">
                <a16:creationId xmlns:a16="http://schemas.microsoft.com/office/drawing/2014/main" id="{43419503-710F-4363-8AFC-B071338F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811000"/>
            <a:ext cx="1400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rPr>
              <a:t>本地图片 → YOLOv5 定位 → CRNN 识别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rPr>
              <a:t>标注图 → RGB565 + CRC16 → UART 115200 → FPGA 校验 → HDMI</a:t>
            </a:r>
          </a:p>
        </p:txBody>
      </p:sp>
      <p:sp>
        <p:nvSpPr>
          <p:cNvPr id="16" name="pc-detail">
            <a:extLst xmlns:a="http://schemas.openxmlformats.org/drawingml/2006/main">
              <a:ext uri="{FF2B5EF4-FFF2-40B4-BE49-F238E27FC236}">
                <a16:creationId xmlns:a16="http://schemas.microsoft.com/office/drawing/2014/main" id="{8C577FC1-9E3B-4493-9326-F53F4700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3163550"/>
            <a:ext cx="1400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160 × 90 静态图像包；FPGA 接收完整帧并切换显示。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车牌检测与 OCR 在 PC 完成，图片传输不是实时视频串流。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a8b05bea7496b"/>
          <a:stretch xmlns:a="http://schemas.openxmlformats.org/drawingml/2006/main"/>
        </p:blipFill>
        <p:spPr>
          <a:xfrm xmlns:a="http://schemas.openxmlformats.org/drawingml/2006/main">
            <a:off x="17406865" y="4381500"/>
            <a:ext cx="10944369" cy="4981575"/>
          </a:xfrm>
          <a:prstGeom xmlns:a="http://schemas.openxmlformats.org/drawingml/2006/main" prst="rect">
            <a:avLst/>
          </a:prstGeom>
        </p:spPr>
      </p:pic>
      <p:sp>
        <p:nvSpPr>
          <p:cNvPr id="18" name="photo-outline">
            <a:extLst xmlns:a="http://schemas.openxmlformats.org/drawingml/2006/main">
              <a:ext uri="{FF2B5EF4-FFF2-40B4-BE49-F238E27FC236}">
                <a16:creationId xmlns:a16="http://schemas.microsoft.com/office/drawing/2014/main" id="{8C028578-2446-4B12-903C-777A3CBC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2175" y="4381500"/>
            <a:ext cx="10953750" cy="498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5E1"/>
            </a:solidFill>
            <a:prstDash val="solid"/>
          </a:ln>
        </p:spPr>
      </p:sp>
      <p:sp>
        <p:nvSpPr>
          <p:cNvPr id="19" name="sample-caption">
            <a:extLst xmlns:a="http://schemas.openxmlformats.org/drawingml/2006/main">
              <a:ext uri="{FF2B5EF4-FFF2-40B4-BE49-F238E27FC236}">
                <a16:creationId xmlns:a16="http://schemas.microsoft.com/office/drawing/2014/main" id="{08D1C38C-E3B8-486A-851F-3C326908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9525000"/>
            <a:ext cx="1252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rPr>
              <a:t>车牌识别局部特写 · PC 单图</a:t>
            </a:r>
          </a:p>
        </p:txBody>
      </p:sp>
      <p:sp>
        <p:nvSpPr>
          <p:cNvPr id="20" name="sample-plate">
            <a:extLst xmlns:a="http://schemas.openxmlformats.org/drawingml/2006/main">
              <a:ext uri="{FF2B5EF4-FFF2-40B4-BE49-F238E27FC236}">
                <a16:creationId xmlns:a16="http://schemas.microsoft.com/office/drawing/2014/main" id="{561B0BFB-E257-4784-BCE5-91C65335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10115550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鄂F8888警</a:t>
            </a:r>
          </a:p>
        </p:txBody>
      </p:sp>
      <p:sp>
        <p:nvSpPr>
          <p:cNvPr id="21" name="sample-confidence">
            <a:extLst xmlns:a="http://schemas.openxmlformats.org/drawingml/2006/main">
              <a:ext uri="{FF2B5EF4-FFF2-40B4-BE49-F238E27FC236}">
                <a16:creationId xmlns:a16="http://schemas.microsoft.com/office/drawing/2014/main" id="{0CFFC563-8F62-4286-BA92-5A7F2858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11029950"/>
            <a:ext cx="1252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检测置信度 0.8544   ·   字符识别置信度 1.00</a:t>
            </a:r>
          </a:p>
        </p:txBody>
      </p:sp>
      <p:sp>
        <p:nvSpPr>
          <p:cNvPr id="22" name="sample-runtime">
            <a:extLst xmlns:a="http://schemas.openxmlformats.org/drawingml/2006/main">
              <a:ext uri="{FF2B5EF4-FFF2-40B4-BE49-F238E27FC236}">
                <a16:creationId xmlns:a16="http://schemas.microsoft.com/office/drawing/2014/main" id="{BA38F529-6080-42C8-884D-AF1C21A3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11601450"/>
            <a:ext cx="1252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rPr>
              <a:t>CPU 单次运行 688.9 ms；单张样例，不代表总体精度</a:t>
            </a:r>
          </a:p>
        </p:txBody>
      </p:sp>
      <p:sp>
        <p:nvSpPr>
          <p:cNvPr id="23" name="board-validation-strip">
            <a:extLst xmlns:a="http://schemas.openxmlformats.org/drawingml/2006/main">
              <a:ext uri="{FF2B5EF4-FFF2-40B4-BE49-F238E27FC236}">
                <a16:creationId xmlns:a16="http://schemas.microsoft.com/office/drawing/2014/main" id="{24CFCCBE-9042-4FF8-9F94-128404F1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12201525"/>
            <a:ext cx="1257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ard-validation-status">
            <a:extLst xmlns:a="http://schemas.openxmlformats.org/drawingml/2006/main">
              <a:ext uri="{FF2B5EF4-FFF2-40B4-BE49-F238E27FC236}">
                <a16:creationId xmlns:a16="http://schemas.microsoft.com/office/drawing/2014/main" id="{00B479E7-7CAB-443C-A6C6-23BD37CF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2325350"/>
            <a:ext cx="1204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D77A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77A29"/>
                </a:solidFill>
                <a:latin typeface="Microsoft YaHei"/>
                <a:ea typeface="Microsoft YaHei"/>
                <a:cs typeface="Microsoft YaHei"/>
              </a:rPr>
              <a:t>FPGA HDMI 图片回显：待目标板实测</a:t>
            </a:r>
          </a:p>
        </p:txBody>
      </p:sp>
      <p:sp>
        <p:nvSpPr>
          <p:cNvPr id="25" name="metrics-divider">
            <a:extLst xmlns:a="http://schemas.openxmlformats.org/drawingml/2006/main">
              <a:ext uri="{FF2B5EF4-FFF2-40B4-BE49-F238E27FC236}">
                <a16:creationId xmlns:a16="http://schemas.microsoft.com/office/drawing/2014/main" id="{82BBCD74-36B2-4C38-A4CE-19A132F3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0"/>
            <a:ext cx="27984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etric-header-0">
            <a:extLst xmlns:a="http://schemas.openxmlformats.org/drawingml/2006/main">
              <a:ext uri="{FF2B5EF4-FFF2-40B4-BE49-F238E27FC236}">
                <a16:creationId xmlns:a16="http://schemas.microsoft.com/office/drawing/2014/main" id="{CD035BF4-4D04-467D-87BF-A215C444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rPr>
              <a:t>FPGA 时序</a:t>
            </a:r>
          </a:p>
        </p:txBody>
      </p:sp>
      <p:sp>
        <p:nvSpPr>
          <p:cNvPr id="2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05A88D2F-EADB-4CB5-8486-D3D2075C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20215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Setup +0.101 ns</a:t>
            </a:r>
          </a:p>
        </p:txBody>
      </p:sp>
      <p:sp>
        <p:nvSpPr>
          <p:cNvPr id="28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5A61499C-F72D-45E4-9468-3F4D0982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7367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Hold +0.020 ns   ·   TNS = 0</a:t>
            </a:r>
          </a:p>
        </p:txBody>
      </p:sp>
      <p:sp>
        <p:nvSpPr>
          <p:cNvPr id="29" name="metric-header-1">
            <a:extLst xmlns:a="http://schemas.openxmlformats.org/drawingml/2006/main">
              <a:ext uri="{FF2B5EF4-FFF2-40B4-BE49-F238E27FC236}">
                <a16:creationId xmlns:a16="http://schemas.microsoft.com/office/drawing/2014/main" id="{9A1CA2AF-2705-4B80-8F92-D6F9E4D3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668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rPr>
              <a:t>逻辑资源</a:t>
            </a:r>
          </a:p>
        </p:txBody>
      </p:sp>
      <p:sp>
        <p:nvSpPr>
          <p:cNvPr id="3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060805B0-EA30-4E05-AE3A-4BDB357B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20215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Slice 85.97%</a:t>
            </a:r>
          </a:p>
        </p:txBody>
      </p:sp>
      <p:sp>
        <p:nvSpPr>
          <p:cNvPr id="31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1BB5D75F-A520-42C5-9F25-52B38927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97367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48 RAM   ·   4 DSP</a:t>
            </a:r>
          </a:p>
        </p:txBody>
      </p:sp>
      <p:sp>
        <p:nvSpPr>
          <p:cNvPr id="32" name="metric-header-2">
            <a:extLst xmlns:a="http://schemas.openxmlformats.org/drawingml/2006/main">
              <a:ext uri="{FF2B5EF4-FFF2-40B4-BE49-F238E27FC236}">
                <a16:creationId xmlns:a16="http://schemas.microsoft.com/office/drawing/2014/main" id="{2FADDDEA-9BA9-4487-A19E-811F2809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16668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rPr>
              <a:t>PC 与协议测试</a:t>
            </a:r>
          </a:p>
        </p:txBody>
      </p:sp>
      <p:sp>
        <p:nvSpPr>
          <p:cNvPr id="3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7445084F-6485-45AE-9ED3-748C0EF4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1720215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A6B2"/>
                </a:solidFill>
                <a:latin typeface="Microsoft YaHei"/>
                <a:ea typeface="Microsoft YaHei"/>
                <a:cs typeface="Microsoft YaHei"/>
              </a:rPr>
              <a:t>9 项通过</a:t>
            </a:r>
          </a:p>
        </p:txBody>
      </p:sp>
      <p:sp>
        <p:nvSpPr>
          <p:cNvPr id="34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021F52FA-5CC8-4395-BA4D-C1A0E6E6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1797367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PC 图像协议单元测试</a:t>
            </a:r>
          </a:p>
        </p:txBody>
      </p:sp>
      <p:sp>
        <p:nvSpPr>
          <p:cNvPr id="35" name="metric-divider-1">
            <a:extLst xmlns:a="http://schemas.openxmlformats.org/drawingml/2006/main">
              <a:ext uri="{FF2B5EF4-FFF2-40B4-BE49-F238E27FC236}">
                <a16:creationId xmlns:a16="http://schemas.microsoft.com/office/drawing/2014/main" id="{D76EAE52-2AB3-49A4-98A7-185C058F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6764000"/>
            <a:ext cx="190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metric-divider-2">
            <a:extLst xmlns:a="http://schemas.openxmlformats.org/drawingml/2006/main">
              <a:ext uri="{FF2B5EF4-FFF2-40B4-BE49-F238E27FC236}">
                <a16:creationId xmlns:a16="http://schemas.microsoft.com/office/drawing/2014/main" id="{EEA9D6C3-6FCC-481E-9877-F46A2769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75" y="16764000"/>
            <a:ext cx="190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verification-note-bg">
            <a:extLst xmlns:a="http://schemas.openxmlformats.org/drawingml/2006/main">
              <a:ext uri="{FF2B5EF4-FFF2-40B4-BE49-F238E27FC236}">
                <a16:creationId xmlns:a16="http://schemas.microsoft.com/office/drawing/2014/main" id="{678C3A83-8129-46A6-8C85-BA9C325D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783300"/>
            <a:ext cx="27984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verification-note">
            <a:extLst xmlns:a="http://schemas.openxmlformats.org/drawingml/2006/main">
              <a:ext uri="{FF2B5EF4-FFF2-40B4-BE49-F238E27FC236}">
                <a16:creationId xmlns:a16="http://schemas.microsoft.com/office/drawing/2014/main" id="{53E211DE-419C-4C8C-B52E-7AFFF859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73800"/>
            <a:ext cx="274701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验证范围：FPGA 综合、布局布线及时序数据来自 TD 工具报告；PC 车牌结果为单张样例，9 项协议单测通过。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目标板摄像头采集、HDMI 输出及 UART 图片整链路尚待实物验收；单次置信度不代表总体准确率。</a:t>
            </a:r>
          </a:p>
        </p:txBody>
      </p:sp>
      <p:sp>
        <p:nvSpPr>
          <p:cNvPr id="39" name="system-role-footer">
            <a:extLst xmlns:a="http://schemas.openxmlformats.org/drawingml/2006/main">
              <a:ext uri="{FF2B5EF4-FFF2-40B4-BE49-F238E27FC236}">
                <a16:creationId xmlns:a16="http://schemas.microsoft.com/office/drawing/2014/main" id="{2AAB65B0-E73E-40C1-89DE-2BBD6EBC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574000"/>
            <a:ext cx="2795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D"/>
                </a:solidFill>
                <a:latin typeface="Microsoft YaHei"/>
                <a:ea typeface="Microsoft YaHei"/>
                <a:cs typeface="Microsoft YaHei"/>
              </a:rPr>
              <a:t>设计分工：FPGA 负责实时像素处理与显示，PC 负责单图车牌识别；标注图片经串口传回 FPGA HDMI。</a:t>
            </a:r>
          </a:p>
        </p:txBody>
      </p:sp>
    </p:spTree>
    <p:extLst>
      <p:ext uri="{BB962C8B-B14F-4D97-AF65-F5344CB8AC3E}">
        <p14:creationId xmlns:p14="http://schemas.microsoft.com/office/powerpoint/2010/main" val="1734178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2026-10-26T02:48:55.4350000Z</dcterms:created>
  <dcterms:modified xsi:type="dcterms:W3CDTF">2026-10-26T02:48:55.4350000Z</dcterms:modified>
</coreProperties>
</file>